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cdnmxx4sqkywqszpfselgnovzhhskql_efzbysk2v70" ContentType="image/cdnmxx4sqkywqszpfselgnovzhhskql_efzbysk2v70"/>
  <Default Extension="iowcklesjq0y5qabgga4xkovyc5i_hdmmeh8pyfecrg" ContentType="image/iowcklesjq0y5qabgga4xkovyc5i_hdmmeh8pyfecr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cdnmxx4sqkywqszpfselgnovzhhskql_efzbysk2v70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iowcklesjq0y5qabgga4xkovyc5i_hdmmeh8pyfecr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FORMLÆRE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ein falsifiserbar teori om 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 Raknes Finne  ·  70142 V26  ·  AHO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down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409" y="0"/>
            <a:ext cx="6085182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137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STOLAR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27432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2 300 stolar frå Nasjonalmuseet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IMG_4509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5563" y="377190"/>
            <a:ext cx="439287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IMG_5989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31520"/>
            <a:ext cx="3200400" cy="3200400"/>
          </a:xfrm>
          <a:prstGeom prst="rect">
            <a:avLst/>
          </a:prstGeom>
        </p:spPr>
      </p:pic>
      <p:pic>
        <p:nvPicPr>
          <p:cNvPr id="3" name="Image 1" descr="/mnt/user-data/uploads/IMG_5987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3152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IMG_61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585327" cy="4389120"/>
          </a:xfrm>
          <a:prstGeom prst="rect">
            <a:avLst/>
          </a:prstGeom>
        </p:spPr>
      </p:pic>
      <p:pic>
        <p:nvPicPr>
          <p:cNvPr id="3" name="Image 1" descr="/mnt/user-data/uploads/IMG_615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74320"/>
            <a:ext cx="4914900" cy="2743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40480" y="3291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«Pølge er full i eigne mål og meiningar.»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3840480" y="3931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mannekeng, teken vare på i 11 år.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Utplassert hjå den norske ambassaden i Mosambik.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Funksjonen forklarer ingenting.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«Form follows function»
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 ikkje forklare dette.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Designteori har ikkje ei falsifiserbar forklaring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 kva form er eller korleis ho oppstår.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Ikkje ei som kan fortelje forskjellen på ein stol og eit menneske.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Begge har funksjonen å halde ein kropp.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Michl, «Form follows WHAT?», 2003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Formrommet</a:t>
            </a:r>
            <a:endParaRPr lang="en-US" sz="3000" dirty="0"/>
          </a:p>
        </p:txBody>
      </p:sp>
      <p:pic>
        <p:nvPicPr>
          <p:cNvPr id="3" name="Image 0" descr="/mnt/user-data/uploads/IMG_572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310" y="822960"/>
            <a:ext cx="7937381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Seleksjonstrykk</a:t>
            </a:r>
            <a:endParaRPr lang="en-US" sz="3000" dirty="0"/>
          </a:p>
        </p:txBody>
      </p:sp>
      <p:pic>
        <p:nvPicPr>
          <p:cNvPr id="3" name="Image 0" descr="/mnt/user-data/uploads/IMG_558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3657600" cy="31914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Kvar akse er eit seleksjonstrykk.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er resultatet av korleis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 kreftene balanserer kvarandre.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IMG_55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944599" cy="4389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89120" y="109728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Målbart konsept
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Likskap mellom former kan kvantifiserast.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maur er nærare kvarandre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 ein maur og ein kube.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formrommet</a:t>
            </a:r>
            <a:endParaRPr lang="en-US" sz="3000" dirty="0"/>
          </a:p>
        </p:txBody>
      </p:sp>
      <p:pic>
        <p:nvPicPr>
          <p:cNvPr id="3" name="Image 0" descr="/mnt/user-data/uploads/att.cdNMXX4SqKYwQsZpFSElGnOVzhHSkQL_EfzBYsk2v7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8229600" cy="37420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formrommet</a:t>
            </a:r>
            <a:endParaRPr lang="en-US" sz="3000" dirty="0"/>
          </a:p>
        </p:txBody>
      </p:sp>
      <p:pic>
        <p:nvPicPr>
          <p:cNvPr id="3" name="Image 0" descr="/mnt/user-data/uploads/att.IowckleSJQ0Y5QAbGGA4XKovYc5I_hDMmEH8pYFEcR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225" y="822960"/>
            <a:ext cx="812155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formrommet</a:t>
            </a:r>
            <a:endParaRPr lang="en-US" sz="3000" dirty="0"/>
          </a:p>
        </p:txBody>
      </p:sp>
      <p:pic>
        <p:nvPicPr>
          <p:cNvPr id="3" name="Image 0" descr="/mnt/user-data/uploads/IMG_557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8229600" cy="33173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Frå behov til fysisk form</a:t>
            </a:r>
            <a:endParaRPr lang="en-US" sz="3000" dirty="0"/>
          </a:p>
        </p:txBody>
      </p:sp>
      <p:pic>
        <p:nvPicPr>
          <p:cNvPr id="3" name="Image 0" descr="/mnt/user-data/uploads/IMG_59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822960"/>
            <a:ext cx="7040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Kognitiv filtrering</a:t>
            </a:r>
            <a:endParaRPr lang="en-US" sz="3000" dirty="0"/>
          </a:p>
        </p:txBody>
      </p:sp>
      <p:pic>
        <p:nvPicPr>
          <p:cNvPr id="3" name="Image 0" descr="/mnt/user-data/uploads/IMG_58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949" y="822960"/>
            <a:ext cx="809010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Fleirskalert kompetanse</a:t>
            </a:r>
            <a:endParaRPr lang="en-US" sz="3000" dirty="0"/>
          </a:p>
        </p:txBody>
      </p:sp>
      <p:pic>
        <p:nvPicPr>
          <p:cNvPr id="3" name="Image 0" descr="/mnt/user-data/uploads/IMG_595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973" y="1097280"/>
            <a:ext cx="4736054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Kvar skala har sin eigen tidsskala og sitt eige navigasjonsrom.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 som kompromiss</a:t>
            </a:r>
            <a:endParaRPr lang="en-US" sz="3000" dirty="0"/>
          </a:p>
        </p:txBody>
      </p:sp>
      <p:pic>
        <p:nvPicPr>
          <p:cNvPr id="3" name="Image 0" descr="/mnt/user-data/uploads/IMG_603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5943600" cy="2168047"/>
          </a:xfrm>
          <a:prstGeom prst="rect">
            <a:avLst/>
          </a:prstGeom>
        </p:spPr>
      </p:pic>
      <p:pic>
        <p:nvPicPr>
          <p:cNvPr id="4" name="Image 1" descr="/mnt/user-data/uploads/IMG_572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200400"/>
            <a:ext cx="3200400" cy="15156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34747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oppstår i dialogen,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ikkje i monologen.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Utvidinga</a:t>
            </a:r>
            <a:endParaRPr lang="en-US" sz="3000" dirty="0"/>
          </a:p>
        </p:txBody>
      </p:sp>
      <p:pic>
        <p:nvPicPr>
          <p:cNvPr id="3" name="Image 0" descr="/mnt/user-data/uploads/IMG_599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4297" y="822960"/>
            <a:ext cx="5035405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Kvifor dette er relevant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meg
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 klarte ikkje å snakke om form frå eit teoretisk grunnlag
når grunnlaget mangla.
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designfaget
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manglar ein falsifiserbar modell for korleis form oppstår.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 slikt rammeverk kan testast, kritiserast og forkastast.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er eit koordinatsystem, ikkje eit manifest.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 følgjer tilpassing.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Eller som Peter Opsvik sa: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«Den beste sitjestillinga er alltid den neste.»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psvi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FORMLÆRE</dc:title>
  <dc:subject>PptxGenJS Presentation</dc:subject>
  <dc:creator>Iver Raknes Finne</dc:creator>
  <cp:lastModifiedBy>Iver Raknes Finne</cp:lastModifiedBy>
  <cp:revision>1</cp:revision>
  <dcterms:created xsi:type="dcterms:W3CDTF">2026-04-07T12:41:01Z</dcterms:created>
  <dcterms:modified xsi:type="dcterms:W3CDTF">2026-04-07T12:41:01Z</dcterms:modified>
</cp:coreProperties>
</file>